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TrackNet (arXiv:1907.03698)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High-Speed Tiny Objects in Sports via Broadcast Video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023360" cy="3246120"/>
          </a:xfrm>
          <a:prstGeom prst="rect">
            <a:avLst/>
          </a:prstGeom>
          <a:solidFill>
            <a:srgbClr val="F0F5FB"/>
          </a:solidFill>
          <a:ln w="12700">
            <a:solidFill>
              <a:srgbClr val="C8D9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4023360" cy="38404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 Tennis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Summer Universiade — Men's Singles Final (YouTube)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720 pixels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048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7523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minutes of broadcast video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0998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game-related clips (serve → score)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4472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Labeled: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20,844 annotated frames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79476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Training: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additional games (grass, clay, hard courts)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261872"/>
            <a:ext cx="4023360" cy="3246120"/>
          </a:xfrm>
          <a:prstGeom prst="rect">
            <a:avLst/>
          </a:prstGeom>
          <a:solidFill>
            <a:srgbClr val="FFF8F0"/>
          </a:solidFill>
          <a:ln w="12700">
            <a:solidFill>
              <a:srgbClr val="EECDB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61872"/>
            <a:ext cx="4023360" cy="384048"/>
          </a:xfrm>
          <a:prstGeom prst="rect">
            <a:avLst/>
          </a:prstGeom>
          <a:solidFill>
            <a:srgbClr val="C25B1A"/>
          </a:solidFill>
          <a:ln w="12700">
            <a:solidFill>
              <a:srgbClr val="C25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 Badminton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7099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Indonesia Open Final — TAI Tzu Ying vs CHEN YuFei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0574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evaluation for TrackNet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4048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Labeled: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18,242 annotated frames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7523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shuttle speed than tennis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0998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ball position labels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4472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Type: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professional badminton court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379476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tracking performance achieved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90288"/>
            <a:ext cx="8595360" cy="347472"/>
          </a:xfrm>
          <a:prstGeom prst="rect">
            <a:avLst/>
          </a:prstGeom>
          <a:solidFill>
            <a:srgbClr val="EEF3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Attributes: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Name  |  Visibility Class (VC: 0=absent, 1=visible, 2=occluded, 3=motion blur)  |  X coordinate  |  Y coordinate  |  Trajectory Pattern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TrackNet · Huang et al. · National Chiao Tung University · arXiv:1907.03698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TrackNet Dataset Introduction</dc:title>
  <dc:subject>PptxGenJS Presentation</dc:subject>
  <dc:creator>PptxGenJS</dc:creator>
  <cp:lastModifiedBy>PptxGenJS</cp:lastModifiedBy>
  <cp:revision>1</cp:revision>
  <dcterms:created xsi:type="dcterms:W3CDTF">2026-04-28T17:08:06Z</dcterms:created>
  <dcterms:modified xsi:type="dcterms:W3CDTF">2026-04-28T17:08:06Z</dcterms:modified>
</cp:coreProperties>
</file>